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8" r:id="rId4"/>
    <p:sldId id="262" r:id="rId5"/>
    <p:sldId id="264" r:id="rId6"/>
    <p:sldId id="263" r:id="rId7"/>
    <p:sldId id="265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480560"/>
            <a:ext cx="12191695" cy="36576"/>
          </a:xfrm>
          <a:prstGeom prst="rect">
            <a:avLst/>
          </a:prstGeom>
          <a:solidFill>
            <a:srgbClr val="E9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5F7FA"/>
                </a:solidFill>
                <a:latin typeface="Arial Black"/>
              </a:rPr>
              <a:t>MERCHANDISING &amp; KIT UFFICIALI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91F22"/>
                </a:solidFill>
                <a:latin typeface="Arial Black"/>
              </a:rPr>
              <a:t>OPZIONI FORNITORI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03  ·  FORNITORE  ·  PREMIUM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MACRON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A1428"/>
                </a:solidFill>
                <a:latin typeface="Arial Black"/>
              </a:rPr>
              <a:t>FIT ORBASSANO: ECCELLENTE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Leader Serie C, sponsor LND fino al 2027 — il modello "Bruinese" originale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Macron apre un mini e-commerce dedicato su sottodominio clubshop.macron.com/&lt;citta&gt;/&lt;club&gt; con catalogo personalizzato. Gestisce tutto: ordini, pagamenti, personalizzazione, spedizioni. Sponsor ufficiale LND fino al 2027 — condizioni dedicate ai club affiliati. Hub Sports Hub Torino fisicamente raggiungibile. Tool "My Macron Kit" per design divise online.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Negoziato, ~15-20 pz per kit gara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MARGINE/SCONTO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5-15% royalty stimata + fornitura agevolata prima squadra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SETUP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100-300 EUR vettorializzazione logo + primo ordine 3.000-15.000 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ESCLUSIVA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Si', esclusiva merceologica (solo abbigliamento sportivo)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5212080" cy="36576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C06E"/>
                </a:solidFill>
                <a:latin typeface="Arial Black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Hub Macron Sports Hub Torino — Corso Telesio 87, 10146 TO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Sconto dedicato LND (sponsor ufficiale fino 2027)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Gia' usato da Bruinese, Alpignano, Rosta, Atletico CBL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Configuratore "My Macron Kit" online per personalizzazione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60520"/>
            <a:ext cx="5303520" cy="36576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233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04B4B"/>
                </a:solidFill>
                <a:latin typeface="Arial Black"/>
              </a:rPr>
              <a:t>CONTRO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Listino piu' caro del 10-20% rispetto a Erreà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Esclusiva merceologica vincolante per durata contratto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Royalty % non pubblicata — va negoziata caso per caso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73152" cy="91440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HUB Torino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05272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Corso B. Telesio 87, 10146 Torino  ·  011 1947 1820  ·  torino@macron.com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9729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Corporate HQ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797296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Macron SpA, Via G. Pastore 57, Crespellano (BO)  ·  051 6720077  ·  info@macron.com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Club Shop 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clubshop@macron.com  ·  +39 051 9525901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813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Programma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181344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https://www.macron.com/it/team-sports  ·  Tool: macron.com/it/my-kit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ESEMPI CLUB: Bruinese, Alpignano, Rosta, Lucento, Atletico CBL, Infernotto, Virtus Cenisia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03  ·  FORNITORE  ·  MID-HIGH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KAPPA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A1428"/>
                </a:solidFill>
                <a:latin typeface="Arial Black"/>
              </a:rPr>
              <a:t>FIT ORBASSANO: BUONO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BasicNet Torino — heritage locale, linea Kappa4Team per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Brand storico torinese (BasicNet, oggi gestisce anche Robe di Kappa, Superga, K-Way). Linea "Kappa4Team" dedicata calcio club. Portale B2B 4shop.kappa.com per rivenditori autorizzati. Contratti diretti coi top club (Fiorentina, Genoa, Venezia, futura palla Serie B 2026/27). Per ASD canale via form "Collaborazioni e opportunita' di business" su kappa.com/it/pages/contact. Heritage torinese e' argomento di posizionamento forte per noi.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Non pubblicato — negoziato via distributore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MARGINE/SCONTO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Non pubblicato — trattativa B2B su 4shop.kappa.com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SETUP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Non pubblicato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ESCLUSIVA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Standard pluriennale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5212080" cy="36576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C06E"/>
                </a:solidFill>
                <a:latin typeface="Arial Black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Heritage torinese (storytelling locale potente)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Brand globalmente riconoscibile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BasicNet ha sede a Torino — vicinanza geografica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Linea Kappa4Team dedicata calcio club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60520"/>
            <a:ext cx="5303520" cy="36576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233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04B4B"/>
                </a:solidFill>
                <a:latin typeface="Arial Black"/>
              </a:rPr>
              <a:t>CONTRO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Niente email diretta "club service" pubblicata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Tutto via form Collaborazioni o portale B2B su invito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Esempi ASD piemontesi documentati pochi (CBS Promozione e poco altro)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73152" cy="91440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Sede Italia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05272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BasicNet SpA, Largo M. Vitale 1, 10152 Torino  ·  011 26171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9729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Catalogo Kappa4Team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797296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https://www.kappa.com/it/collections/kappa4team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Form Collaborazioni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https://www.kappa.com/it/pages/contact (sezione "Collaborazioni e opportunita' di business")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813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Portale B2B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181344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https://4shop.kappa.com (su invito)  ·  Dealer IT: TeamSport-iD, GG Teamwear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ESEMPI CLUB: Fiorentina, Genoa, Venezia, palla Serie B 2026/27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4255" y="65836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A8B5CC"/>
                </a:solidFill>
                <a:latin typeface="Calibri"/>
              </a:rPr>
              <a:t>Pag. 13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03  ·  FORNITORE  ·  PREMIUM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ERREÀ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A1428"/>
                </a:solidFill>
                <a:latin typeface="Arial Black"/>
              </a:rPr>
              <a:t>FIT ORBASSANO: ECCELLENTE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Parma, OEKO-TEX, ~10-20% piu' economico di Macron — listino entry aggressivo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Programmi ufficiali "TOP TEAM Affiliate" e "TEAM SMART" via rete "Erreà Play" (rivenditori autorizzati specializzati teamwear). Apre clubshop online dedicato su sottodominio nomesocieta.erreaclubs.com con catalogo personalizzato. Capi custom 40 giorni, oltre 300 modelli, ~500 partnership attive nel mondo. Erreà Play Vercelli e Novara — entrambi gestiti da Sport Point Asti Srl.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Flessibile su catalogo standard, ~50-100 pz per design custom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MARGINE/SCONTO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5-10% royalty stimata + fornitura agevolata prima squadra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SETUP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100-300 EUR vettorializzazione logo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ESCLUSIVA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Si', vincolata alla durata contratto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5212080" cy="36576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C06E"/>
                </a:solidFill>
                <a:latin typeface="Arial Black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Listino entry 10-20% piu' economico di Macron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Programmi club ufficiali pubblici (TOP TEAM, TEAM SMART)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OEKO-TEX (qualita' tessuti certificata)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Rete Erreà Play Vercelli/Novara su appuntamento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60520"/>
            <a:ext cx="5303520" cy="36576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233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04B4B"/>
                </a:solidFill>
                <a:latin typeface="Arial Black"/>
              </a:rPr>
              <a:t>CONTRO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Presenza mediatica inferiore a Macron (meno club Serie C/B)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Hub fisico piu' lontano (Vercelli/Novara, non Torino diretto)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Riceve solo su appuntamento (non walk-in)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73152" cy="91440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Erreà Play Vercelli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05272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P.zza Palazzo Vecchio, Vercelli  ·  0161 1828154  ·  chiara.baiardi@sport-point.it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9729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Erreà Play Novara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797296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Via Dante Graziosi 1, Granozzo c.M. (NO)  ·  366 9836955  ·  marzio.dan@sport-point.it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Corporate HQ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Erreà Sport SpA, Via Di Vittorio 2/1, San Polo di Torrile (PR)  ·  info@errea.it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813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Programma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181344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https://www.errea.com/it_it/sports-clubs/  ·  Portale B2B: commerce.errea.it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ESEMPI CLUB: Club Serie D e Eccellenza piemontese (rete capillare nord Italia)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03  ·  FORNITORE  ·  LOW-COST PREMIUM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GIVOVA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A1428"/>
                </a:solidFill>
                <a:latin typeface="Arial Black"/>
              </a:rPr>
              <a:t>FIT ORBASSANO: BUONO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Scafati (SA), Salernitana + sponsor AIA arbitri — Numero Verde 800 52 52 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Brand campano (Gianto Srl) cresciuto enormemente: oggi vestire Salernitana in Serie A e sponsor ufficiale degli arbitri AIA. Clubshop strutturato online (givovaclub.com sezione "Grandi Forniture": sconto dedicato dai 10 pezzi/articolo, spedizione gratis ordini &gt; 300 EUR + IVA). Posizionamento prezzo molto aggressivo (~30-40% meno di Macron a parita' di articolo).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 pezzi dichiarati, spedizione gratis sopra 300 EUR + 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MARGINE/SCONTO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Sconto dedicato 25-35% su listino (modello acquisto + rivendita)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SETUP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Basso (sotto 100 EUR)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ESCLUSIVA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Per programma "Club Sponsor" si'; per fornitura standard 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5212080" cy="36576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C06E"/>
                </a:solidFill>
                <a:latin typeface="Arial Black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Prezzo aggressivo — accessibile anche con budget contenuto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Clubshop "Grandi Forniture" online strutturato e pronto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Numero Verde gratuito 800 52 52 53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Immagine in salita (Serie A + AIA = visibilita' nazionale)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60520"/>
            <a:ext cx="5303520" cy="36576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233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04B4B"/>
                </a:solidFill>
                <a:latin typeface="Arial Black"/>
              </a:rPr>
              <a:t>CONTRO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Reputazione qualita' percepita inferiore a Macron/Erreà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Nessun hub Piemonte — spedizione da Sud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Modello margine richiede gestione stock al club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73152" cy="91440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Centralino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05272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Numero Verde 800 52 52 53  ·  +39 081 535 0211  ·  info@givova.it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9729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Ordini grandi forniture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797296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ordini@givovashopping.it  ·  +39 081 535 0264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Franchising/partnership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franchising@givova.it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813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Programma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181344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https://www.givovaclub.com  ·  Sede: Gianto Srl, Scafati (SA)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ESEMPI CLUB: Salernitana (Serie A), arbitri AIA, molti club ASD Sud Italia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03  ·  FORNITORE  ·  MID-HIGH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JOMA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A1428"/>
                </a:solidFill>
                <a:latin typeface="Arial Black"/>
              </a:rPr>
              <a:t>FIT ORBASSANO: 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Spagnolo, sponsor Torino FC — 3 store Torino via La Fabbrica dello 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Brand spagnolo presente in Italia con 3 punti vendita Joma Store a Torino (gestiti da La Fabbrica dello Sport — Gua Giu snc). Non esiste filiale italiana indipendente: l'Italia opera tramite distributori autorizzati e rete retail "Joma Store". Programma club passa per trattativa bilaterale con il rivenditore territoriale. Distributore teamwear: TeamSport-iD (San Martino in Strada, LO).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 pezzi per articolo (Decathlon Club: minimo 300 EUR)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MARGINE/SCONTO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Non pubblicato — trattativa bilaterale con rivenditore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SETUP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Non pubblicato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ESCLUSIVA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Si', standard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5212080" cy="36576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C06E"/>
                </a:solidFill>
                <a:latin typeface="Arial Black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3 store Torino fisici disponibili (Orbassano, Carlo Felice, Ferrucci)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Sponsor Torino FC — brand riconoscibile in citta'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Linea Academy entry-level competitiva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Distributore teamwear TeamSport-iD per ordini personalizzati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60520"/>
            <a:ext cx="5303520" cy="36576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233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04B4B"/>
                </a:solidFill>
                <a:latin typeface="Arial Black"/>
              </a:rPr>
              <a:t>CONTRO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Niente programma clubshop pubblico standardizzato (tutto B2B)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HQ in Spagna — supporto in italiano via distributore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Networking ASD locale meno consolidato di Macron/Erreà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73152" cy="91440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Joma Store TO 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05272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Corso Orbassano 215, Torino  ·  011 389726  ·  torino@joma-sport.com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9729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Joma Store TO (2)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797296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Piazza Carlo Felice 29, Torino  ·  011 0374667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Joma Store TO (3)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C.so Francesco Ferrucci 105, Torino  ·  011 389726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813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Distributore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181344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TeamSport-iD, San Martino in Strada (LO)  ·  0371 476136  ·  info@teamsport-id.com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ESEMPI CLUB: Torino FC, Verona, Atalanta (pro). Pochi club ASD piemontesi documentati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03  ·  FORNITORE  ·  LOW-COST STORICO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LEGEA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A1428"/>
                </a:solidFill>
                <a:latin typeface="Arial Black"/>
              </a:rPr>
              <a:t>FIT ORBASSANO: MEDIO-BASSO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Pompei (NA), brand storico calcio amatoriale — Numero Verde 800 907012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Brand storico italiano (1993, fratelli Acanfora). Posizionamento low-cost storico del dilettantismo. Form preventivi su legea.com/en/pages/request-a-quote. WhatsApp business attivo. Immagine percepita oggi piu' "datata" rispetto a Givova / Zeus, anche se prezzo competitivo e qualita' base accettabile.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10-15 pezzi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MARGINE/SCONTO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25-35% sconto club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SETUP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Basso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246120"/>
            <a:ext cx="2697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33192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ESCLUSIVA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53872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Territoriale via Legea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60520"/>
            <a:ext cx="5212080" cy="36576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33672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4AC06E"/>
                </a:solidFill>
                <a:latin typeface="Arial Black"/>
              </a:rPr>
              <a:t>PRO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5212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Numero Verde 800 907012 (gratuito)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WhatsApp business +39 350 4561732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Buon rapporto qualita'/prezzo su catalogo base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Form "Request a quote" online per preventivi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60520"/>
            <a:ext cx="5303520" cy="36576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233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04B4B"/>
                </a:solidFill>
                <a:latin typeface="Arial Black"/>
              </a:rPr>
              <a:t>CONTRO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Appeal famiglie giovanili scarso (percezione brand "vecchio")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Niente email B2B dedicata pubblica (solo form)</a:t>
            </a:r>
          </a:p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Catalogo lifestyle/casual ridotto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20"/>
            <a:ext cx="10789920" cy="9144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73152" cy="91440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Numero Verde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605272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800 907012 (gratuito)  ·  +39 081 8507752  ·  +39 081 3621700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9729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WhatsApp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797296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+39 350 4561732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Preventivi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https://legea.com/en/pages/request-a-quote (form ufficiale)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1813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Sede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181344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Via Carlo Alberto 40, 80045 Pompei (NA)  ·  Sito: legea.com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92240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ESEMPI CLUB: AC Savoia, Giugliano Calcio, vari club LND Sud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91695" cy="36576"/>
          </a:xfrm>
          <a:prstGeom prst="rect">
            <a:avLst/>
          </a:prstGeom>
          <a:solidFill>
            <a:srgbClr val="E9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FB16C"/>
                </a:solidFill>
                <a:latin typeface="Arial Black"/>
              </a:rPr>
              <a:t>SEZIONE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5F7FA"/>
                </a:solidFill>
                <a:latin typeface="Arial Black"/>
              </a:rPr>
              <a:t>BRAND CHE NON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E04B4B"/>
                </a:solidFill>
                <a:latin typeface="Arial Black"/>
              </a:rPr>
              <a:t>TRATTANO CON ASD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A8B5CC"/>
                </a:solidFill>
                <a:latin typeface="Calibri"/>
              </a:rPr>
              <a:t>4 voci: brand globali top-tier — niente contratto, niente clubshop, solo acquisto a pagamento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91F22"/>
                </a:solidFill>
                <a:latin typeface="Arial Black"/>
              </a:rPr>
              <a:t>Nike  ·  Adidas  ·  Puma  ·  Umbro / New Balance / Castore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04  ·  NON PRATICABILE  ·  TOP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E9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NIKE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rial Black"/>
              </a:rPr>
              <a:t>NO CONTRATTO ASD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Inter, Roma, Liverpool — piramide contrattuale chiusa, solo via dealer autorizzati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09728" cy="182880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4B4B"/>
                </a:solidFill>
                <a:latin typeface="Arial Black"/>
              </a:rPr>
              <a:t>PERCHE' NON SI PUO'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Nike opera in Italia per il segmento club esclusivamente tramite "Nike Team Authorized Dealer" (rete rivenditori autorizzati). NON esiste contratto diretto ASD ↔ Nike. La piramide ha 5 livelli (Elite → No Contract): Prima Categoria sta sotto l'ultimo. Nessun programma clubshop con royalty per club ASD. Esempi ASD piemontesi con contratto Nike diretto: NESSUNO documentato.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9728" cy="182880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Arial Black"/>
              </a:rPr>
              <a:t>ALTERNATIVA PRATICA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0515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Acquisto stock teamwear linee "Nike Park" o "Academy Pro" via dealer autorizzati: 11teamsports.it (min. 5 articoli), TeamSport-iD (San Martino in Strada LO), GG Teamwear (Nola NA), Ekinsport.com (pack club preconfigurati). Logo Nike sulla maglia, prezzo ~35-55 EUR a kit personalizzato. Zero royalty, zero supporto, zero clubshop — acquisto B2B come un altro.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61447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VERDETTO: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1447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FATTIBILE solo come acquisto a pagamento, ZERO supporto club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5379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A8B5CC"/>
                </a:solidFill>
                <a:latin typeface="Calibri"/>
              </a:rPr>
              <a:t>LINK: </a:t>
            </a:r>
            <a:r>
              <a:rPr sz="800" b="0" i="0" dirty="0" err="1">
                <a:solidFill>
                  <a:srgbClr val="A8B5CC"/>
                </a:solidFill>
                <a:latin typeface="Calibri"/>
              </a:rPr>
              <a:t>Catalogo</a:t>
            </a:r>
            <a:r>
              <a:rPr sz="800" b="0" i="0" dirty="0">
                <a:solidFill>
                  <a:srgbClr val="A8B5CC"/>
                </a:solidFill>
                <a:latin typeface="Calibri"/>
              </a:rPr>
              <a:t>: https://www.nike.com/it/teamsports  |  Dealer locator: https://niketeam.nike.com/en/en_US/nts/find_dealer  |  11teamsports.it  ·  teamsport-id.com  ·  ggteamwear.com  ·  ekinsport.com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04  ·  NON PRATICABILE  ·  TOP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E9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ADIDAS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rial Black"/>
              </a:rPr>
              <a:t>NO CONTRATTO ASD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Juventus, Roma, Bologna — distributore IT Advanced Distribution Torino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09728" cy="182880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4B4B"/>
                </a:solidFill>
                <a:latin typeface="Arial Black"/>
              </a:rPr>
              <a:t>PERCHE' NON SI PUO'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Adidas in Serie C arriva a malapena (Cosenza 2025/26 e' caso isolato). Per scendere al dilettantismo regionale non esistono contratti diretti, ne' programmi clubshop con royalty al club. Distributore ufficiale Italia segmento sports specialty/club: Advanced Distribution SpA (Leinì, TO). Esempi ASD piemontesi con contratto Adidas: NESSUNO documentato.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9728" cy="182880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Arial Black"/>
              </a:rPr>
              <a:t>ALTERNATIVA PRATICA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0515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Due strade: (1) Acquisto stock teamwear linee "Tiro", "Entrada", "Squadra 21" via 11teamsports, GG Teamwear, Decathlon Club (MOQ 10-30 pz). (2) Contatto agente Adidas Nord Ovest (Piemonte/V.d'Aosta/Liguria): Cosimo Pizzolante, Collegno (TO), info@cospiz.com, 335 5349896. Stesso meccanismo: paghi il prezzo pieno, hai il logo, zero supporto.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61447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VERDETTO: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1447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FATTIBILE solo come acquisto a pagamento, ZERO supporto club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5379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LINK: Catalogo: https://www.adidas.it/squadra-teamwear  |  Agente Nord Ovest: Cosimo Pizzolante — info@cospiz.com — 335 5349896  |  Distributore: Advanced Distribution SpA, Leinì (TO) — advanced-distribution.com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04  ·  NON PRATICABILE  ·  TOP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E9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PUMA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777240"/>
            <a:ext cx="3200400" cy="50292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85039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5F7FA"/>
                </a:solidFill>
                <a:latin typeface="Arial Black"/>
              </a:rPr>
              <a:t>NO CONTRATTO ASD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1">
                <a:solidFill>
                  <a:srgbClr val="DFB16C"/>
                </a:solidFill>
                <a:latin typeface="Calibri"/>
              </a:rPr>
              <a:t>Milan, Sassuolo — partner Lega Serie A dal 2022/23, "centinaia di club third party"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09728" cy="182880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04B4B"/>
                </a:solidFill>
                <a:latin typeface="Arial Black"/>
              </a:rPr>
              <a:t>PERCHE' NON SI PUO'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Puma e' partner tecnico ufficiale della Lega Serie A dal 2022/23. Per club ASD opera tramite rivenditori autorizzati teamwear. Non esiste contatto B2B diretto pubblicamente esposto su puma.com Italia per club ASD. Customer service generale: service@puma.com.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9728" cy="182880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Arial Black"/>
              </a:rPr>
              <a:t>ALTERNATIVA PRATICA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80560"/>
            <a:ext cx="10515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5F7FA"/>
                </a:solidFill>
                <a:latin typeface="Calibri"/>
              </a:rPr>
              <a:t>Acquisto stock teamwear linee "teamGOAL", "teamRISE", "teamLIGA" via rivenditori (11teamsports, Decathlon Club, TeamSport-iD, AllSportStore, GG Teamwear). MOQ bassi (10-20 pz). Prezzo entry competitivo, ma zero supporto club, zero clubshop.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035040"/>
            <a:ext cx="10789920" cy="4572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61447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VERDETTO: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14476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FATTIBILE solo come acquisto a pagamento, ZERO supporto club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5379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LINK: Catalogo: https://eu.puma.com/it/it/sports/calcio/squadre-di-calcio  |  Customer service: service@puma.com  |  Rivenditori: 11teamsports.it  ·  decathlonclub.decathlon.it  ·  teamsport-id.com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cde0bb8-21e0-4ae3-9906-7ac25165b779}" enabled="1" method="Privilege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2420</Words>
  <Application>Microsoft Office PowerPoint</Application>
  <PresentationFormat>Widescreen</PresentationFormat>
  <Paragraphs>227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 PORFIDO (EXTERNAL)</cp:lastModifiedBy>
  <cp:revision>3</cp:revision>
  <dcterms:created xsi:type="dcterms:W3CDTF">2013-01-27T09:14:16Z</dcterms:created>
  <dcterms:modified xsi:type="dcterms:W3CDTF">2026-06-26T16:34:34Z</dcterms:modified>
  <cp:category/>
</cp:coreProperties>
</file>